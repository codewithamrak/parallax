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nek Kannada ExtraBold" pitchFamily="2" charset="0"/>
      <p:bold r:id="rId8"/>
    </p:embeddedFont>
    <p:embeddedFont>
      <p:font typeface="Franklin Gothic Demi" panose="020B0703020102020204" pitchFamily="34" charset="0"/>
      <p:regular r:id="rId9"/>
      <p:italic r:id="rId10"/>
    </p:embeddedFont>
    <p:embeddedFont>
      <p:font typeface="Futura Bold" panose="020B0604020202020204" charset="0"/>
      <p:regular r:id="rId11"/>
    </p:embeddedFont>
    <p:embeddedFont>
      <p:font typeface="Varela Round" panose="00000500000000000000" pitchFamily="2" charset="-79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8" d="100"/>
          <a:sy n="38" d="100"/>
        </p:scale>
        <p:origin x="102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3">
            <a:extLst>
              <a:ext uri="{FF2B5EF4-FFF2-40B4-BE49-F238E27FC236}">
                <a16:creationId xmlns:a16="http://schemas.microsoft.com/office/drawing/2014/main" id="{DEF12257-2042-1C49-7233-F745B2C4039D}"/>
              </a:ext>
            </a:extLst>
          </p:cNvPr>
          <p:cNvGrpSpPr/>
          <p:nvPr/>
        </p:nvGrpSpPr>
        <p:grpSpPr>
          <a:xfrm>
            <a:off x="-1878442" y="4649232"/>
            <a:ext cx="7441042" cy="6590268"/>
            <a:chOff x="0" y="0"/>
            <a:chExt cx="9921390" cy="8787024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89FD94F7-6F12-615D-2740-1F1A0574A2DA}"/>
                </a:ext>
              </a:extLst>
            </p:cNvPr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17" name="Group 5">
              <a:extLst>
                <a:ext uri="{FF2B5EF4-FFF2-40B4-BE49-F238E27FC236}">
                  <a16:creationId xmlns:a16="http://schemas.microsoft.com/office/drawing/2014/main" id="{C404312E-547C-7145-B10D-25D79088743D}"/>
                </a:ext>
              </a:extLst>
            </p:cNvPr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8BA3307D-E300-2BB7-DAC9-7A607E70598C}"/>
                  </a:ext>
                </a:extLst>
              </p:cNvPr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TextBox 7">
                <a:extLst>
                  <a:ext uri="{FF2B5EF4-FFF2-40B4-BE49-F238E27FC236}">
                    <a16:creationId xmlns:a16="http://schemas.microsoft.com/office/drawing/2014/main" id="{805AD0FC-404F-72DF-EE17-2166784336BC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8" name="Group 8">
              <a:extLst>
                <a:ext uri="{FF2B5EF4-FFF2-40B4-BE49-F238E27FC236}">
                  <a16:creationId xmlns:a16="http://schemas.microsoft.com/office/drawing/2014/main" id="{D1215D5A-421F-2D51-5387-378ED84EC9ED}"/>
                </a:ext>
              </a:extLst>
            </p:cNvPr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23" name="Freeform 9">
                <a:extLst>
                  <a:ext uri="{FF2B5EF4-FFF2-40B4-BE49-F238E27FC236}">
                    <a16:creationId xmlns:a16="http://schemas.microsoft.com/office/drawing/2014/main" id="{45E58ABF-3052-EDD9-34E9-16E5956A6676}"/>
                  </a:ext>
                </a:extLst>
              </p:cNvPr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TextBox 10">
                <a:extLst>
                  <a:ext uri="{FF2B5EF4-FFF2-40B4-BE49-F238E27FC236}">
                    <a16:creationId xmlns:a16="http://schemas.microsoft.com/office/drawing/2014/main" id="{3AD46770-7B58-2103-2796-EB462F89A707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9" name="Group 11">
              <a:extLst>
                <a:ext uri="{FF2B5EF4-FFF2-40B4-BE49-F238E27FC236}">
                  <a16:creationId xmlns:a16="http://schemas.microsoft.com/office/drawing/2014/main" id="{5271DEED-D69D-1A26-7E36-E04943D0CE98}"/>
                </a:ext>
              </a:extLst>
            </p:cNvPr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21" name="Freeform 12">
                <a:extLst>
                  <a:ext uri="{FF2B5EF4-FFF2-40B4-BE49-F238E27FC236}">
                    <a16:creationId xmlns:a16="http://schemas.microsoft.com/office/drawing/2014/main" id="{30ABD192-517E-45F8-0A49-67BC5334367B}"/>
                  </a:ext>
                </a:extLst>
              </p:cNvPr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TextBox 13">
                <a:extLst>
                  <a:ext uri="{FF2B5EF4-FFF2-40B4-BE49-F238E27FC236}">
                    <a16:creationId xmlns:a16="http://schemas.microsoft.com/office/drawing/2014/main" id="{976E1B57-C03E-677D-0AA5-424CC21A1EC3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AA80924C-50A3-BC0A-F294-E0DD6F14A2EB}"/>
                </a:ext>
              </a:extLst>
            </p:cNvPr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7" name="Group 15">
            <a:extLst>
              <a:ext uri="{FF2B5EF4-FFF2-40B4-BE49-F238E27FC236}">
                <a16:creationId xmlns:a16="http://schemas.microsoft.com/office/drawing/2014/main" id="{8DFB5E98-1B7B-6FEE-C0F5-9612EF9B2031}"/>
              </a:ext>
            </a:extLst>
          </p:cNvPr>
          <p:cNvGrpSpPr/>
          <p:nvPr/>
        </p:nvGrpSpPr>
        <p:grpSpPr>
          <a:xfrm>
            <a:off x="12725400" y="-952500"/>
            <a:ext cx="7441042" cy="6590268"/>
            <a:chOff x="0" y="0"/>
            <a:chExt cx="9921390" cy="8787024"/>
          </a:xfrm>
        </p:grpSpPr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DEC69620-E4C4-252F-670E-6CFC81806344}"/>
                </a:ext>
              </a:extLst>
            </p:cNvPr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29" name="Group 17">
              <a:extLst>
                <a:ext uri="{FF2B5EF4-FFF2-40B4-BE49-F238E27FC236}">
                  <a16:creationId xmlns:a16="http://schemas.microsoft.com/office/drawing/2014/main" id="{3ACB0E6F-3420-C6DC-0AA8-76AED39D4A3A}"/>
                </a:ext>
              </a:extLst>
            </p:cNvPr>
            <p:cNvGrpSpPr/>
            <p:nvPr/>
          </p:nvGrpSpPr>
          <p:grpSpPr>
            <a:xfrm rot="5400000">
              <a:off x="6156988" y="6159444"/>
              <a:ext cx="3009241" cy="1257089"/>
              <a:chOff x="0" y="0"/>
              <a:chExt cx="406400" cy="169771"/>
            </a:xfrm>
          </p:grpSpPr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C3666A0A-4F66-8333-66A2-CBDEBA3AB93D}"/>
                  </a:ext>
                </a:extLst>
              </p:cNvPr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TextBox 19">
                <a:extLst>
                  <a:ext uri="{FF2B5EF4-FFF2-40B4-BE49-F238E27FC236}">
                    <a16:creationId xmlns:a16="http://schemas.microsoft.com/office/drawing/2014/main" id="{360C228B-98C6-E2BA-540B-E61E36C9EFBD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30" name="Group 20">
              <a:extLst>
                <a:ext uri="{FF2B5EF4-FFF2-40B4-BE49-F238E27FC236}">
                  <a16:creationId xmlns:a16="http://schemas.microsoft.com/office/drawing/2014/main" id="{ACA98E04-C4EA-B110-7FB3-33FE7F718109}"/>
                </a:ext>
              </a:extLst>
            </p:cNvPr>
            <p:cNvGrpSpPr/>
            <p:nvPr/>
          </p:nvGrpSpPr>
          <p:grpSpPr>
            <a:xfrm rot="5400000">
              <a:off x="5563099" y="3640576"/>
              <a:ext cx="4197018" cy="1257089"/>
              <a:chOff x="0" y="0"/>
              <a:chExt cx="566810" cy="169771"/>
            </a:xfrm>
          </p:grpSpPr>
          <p:sp>
            <p:nvSpPr>
              <p:cNvPr id="35" name="Freeform 21">
                <a:extLst>
                  <a:ext uri="{FF2B5EF4-FFF2-40B4-BE49-F238E27FC236}">
                    <a16:creationId xmlns:a16="http://schemas.microsoft.com/office/drawing/2014/main" id="{20960968-BAA3-363F-F903-DA1930ABE5E0}"/>
                  </a:ext>
                </a:extLst>
              </p:cNvPr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TextBox 22">
                <a:extLst>
                  <a:ext uri="{FF2B5EF4-FFF2-40B4-BE49-F238E27FC236}">
                    <a16:creationId xmlns:a16="http://schemas.microsoft.com/office/drawing/2014/main" id="{898E5E55-D88B-54E4-60EB-2DA56CD03A03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31" name="Group 23">
              <a:extLst>
                <a:ext uri="{FF2B5EF4-FFF2-40B4-BE49-F238E27FC236}">
                  <a16:creationId xmlns:a16="http://schemas.microsoft.com/office/drawing/2014/main" id="{83B72C13-2E8B-D299-4B2D-087C3ED2A0A6}"/>
                </a:ext>
              </a:extLst>
            </p:cNvPr>
            <p:cNvGrpSpPr/>
            <p:nvPr/>
          </p:nvGrpSpPr>
          <p:grpSpPr>
            <a:xfrm rot="5400000">
              <a:off x="7055249" y="7369965"/>
              <a:ext cx="1999035" cy="835083"/>
              <a:chOff x="0" y="0"/>
              <a:chExt cx="406400" cy="169771"/>
            </a:xfrm>
          </p:grpSpPr>
          <p:sp>
            <p:nvSpPr>
              <p:cNvPr id="33" name="Freeform 24">
                <a:extLst>
                  <a:ext uri="{FF2B5EF4-FFF2-40B4-BE49-F238E27FC236}">
                    <a16:creationId xmlns:a16="http://schemas.microsoft.com/office/drawing/2014/main" id="{FF70CDA9-DEBE-9D57-C8D8-8827205AB83C}"/>
                  </a:ext>
                </a:extLst>
              </p:cNvPr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TextBox 25">
                <a:extLst>
                  <a:ext uri="{FF2B5EF4-FFF2-40B4-BE49-F238E27FC236}">
                    <a16:creationId xmlns:a16="http://schemas.microsoft.com/office/drawing/2014/main" id="{4C0FB7E6-34A9-552E-3692-4FCF7179E993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E21E3CD3-8546-8CC4-9426-C2535B2B0EB6}"/>
                </a:ext>
              </a:extLst>
            </p:cNvPr>
            <p:cNvSpPr/>
            <p:nvPr/>
          </p:nvSpPr>
          <p:spPr>
            <a:xfrm rot="-10800000">
              <a:off x="7033064" y="4594623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9" name="Freeform 27">
            <a:extLst>
              <a:ext uri="{FF2B5EF4-FFF2-40B4-BE49-F238E27FC236}">
                <a16:creationId xmlns:a16="http://schemas.microsoft.com/office/drawing/2014/main" id="{F07DFF9C-D8B4-E791-DE86-188EB7370B43}"/>
              </a:ext>
            </a:extLst>
          </p:cNvPr>
          <p:cNvSpPr/>
          <p:nvPr/>
        </p:nvSpPr>
        <p:spPr>
          <a:xfrm rot="-1947032">
            <a:off x="-34300695" y="5351059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0" name="Freeform 28">
            <a:extLst>
              <a:ext uri="{FF2B5EF4-FFF2-40B4-BE49-F238E27FC236}">
                <a16:creationId xmlns:a16="http://schemas.microsoft.com/office/drawing/2014/main" id="{E0A7D0CB-B72F-402D-78BA-ABB6112F4141}"/>
              </a:ext>
            </a:extLst>
          </p:cNvPr>
          <p:cNvSpPr/>
          <p:nvPr/>
        </p:nvSpPr>
        <p:spPr>
          <a:xfrm rot="-1947032" flipH="1" flipV="1">
            <a:off x="11504792" y="-2311637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41083903" y="7247578"/>
                </a:moveTo>
                <a:lnTo>
                  <a:pt x="0" y="7247578"/>
                </a:lnTo>
                <a:lnTo>
                  <a:pt x="0" y="0"/>
                </a:lnTo>
                <a:lnTo>
                  <a:pt x="41083903" y="0"/>
                </a:lnTo>
                <a:lnTo>
                  <a:pt x="41083903" y="724757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62068A3-668E-00BF-C840-30296B36E3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97164" y="1070138"/>
            <a:ext cx="15396986" cy="314776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129A791-2376-4714-2C84-4A3A2CBE169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5620" b="2273"/>
          <a:stretch>
            <a:fillRect/>
          </a:stretch>
        </p:blipFill>
        <p:spPr>
          <a:xfrm>
            <a:off x="4800624" y="3735658"/>
            <a:ext cx="9190065" cy="4154968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7EFA210E-D549-301E-3217-AA06FB1286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111" y="7241267"/>
            <a:ext cx="2095500" cy="20955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47AF320E-4013-2199-B0DC-CED04E3BBB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2915" y="8020637"/>
            <a:ext cx="1787551" cy="95421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C681B4E4-8B76-C1C4-C287-F189038761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6454" y="7241041"/>
            <a:ext cx="1811131" cy="17093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9B28FC-A98C-3B6E-1354-68DEBDA8E1A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0771" y="7890626"/>
            <a:ext cx="3327734" cy="83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373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1362542" y="4123218"/>
            <a:ext cx="7441042" cy="6590268"/>
            <a:chOff x="0" y="0"/>
            <a:chExt cx="9921390" cy="8787024"/>
          </a:xfrm>
        </p:grpSpPr>
        <p:sp>
          <p:nvSpPr>
            <p:cNvPr id="4" name="Freeform 4"/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5" name="Group 5"/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209500" y="-426486"/>
            <a:ext cx="7441042" cy="6590268"/>
            <a:chOff x="0" y="0"/>
            <a:chExt cx="9921390" cy="8787024"/>
          </a:xfrm>
        </p:grpSpPr>
        <p:sp>
          <p:nvSpPr>
            <p:cNvPr id="16" name="Freeform 16"/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17" name="Group 17"/>
            <p:cNvGrpSpPr/>
            <p:nvPr/>
          </p:nvGrpSpPr>
          <p:grpSpPr>
            <a:xfrm rot="5400000">
              <a:off x="6156988" y="6159444"/>
              <a:ext cx="3009241" cy="1257089"/>
              <a:chOff x="0" y="0"/>
              <a:chExt cx="406400" cy="16977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5400000">
              <a:off x="5563099" y="3640576"/>
              <a:ext cx="4197018" cy="1257089"/>
              <a:chOff x="0" y="0"/>
              <a:chExt cx="566810" cy="16977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5400000">
              <a:off x="7055249" y="7369965"/>
              <a:ext cx="1999035" cy="835083"/>
              <a:chOff x="0" y="0"/>
              <a:chExt cx="406400" cy="16977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26" name="Freeform 26"/>
            <p:cNvSpPr/>
            <p:nvPr/>
          </p:nvSpPr>
          <p:spPr>
            <a:xfrm rot="-10800000">
              <a:off x="7033064" y="4594623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Freeform 27"/>
          <p:cNvSpPr/>
          <p:nvPr/>
        </p:nvSpPr>
        <p:spPr>
          <a:xfrm rot="-1947032">
            <a:off x="-34300695" y="5351059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8" name="Freeform 28"/>
          <p:cNvSpPr/>
          <p:nvPr/>
        </p:nvSpPr>
        <p:spPr>
          <a:xfrm rot="-1947032" flipH="1" flipV="1">
            <a:off x="11504792" y="-2311637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41083903" y="7247578"/>
                </a:moveTo>
                <a:lnTo>
                  <a:pt x="0" y="7247578"/>
                </a:lnTo>
                <a:lnTo>
                  <a:pt x="0" y="0"/>
                </a:lnTo>
                <a:lnTo>
                  <a:pt x="41083903" y="0"/>
                </a:lnTo>
                <a:lnTo>
                  <a:pt x="41083903" y="724757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9B4775-FC59-62B9-0C47-A5FDB5386A95}"/>
              </a:ext>
            </a:extLst>
          </p:cNvPr>
          <p:cNvSpPr txBox="1"/>
          <p:nvPr/>
        </p:nvSpPr>
        <p:spPr>
          <a:xfrm>
            <a:off x="6948527" y="998681"/>
            <a:ext cx="439094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034697"/>
                </a:solidFill>
                <a:latin typeface="Franklin Gothic Demi" panose="020B0703020102020204" pitchFamily="34" charset="0"/>
                <a:ea typeface="Futura Bold"/>
                <a:cs typeface="Futura Bold"/>
                <a:sym typeface="Futura Bold"/>
              </a:rPr>
              <a:t>TEAM NAME</a:t>
            </a:r>
          </a:p>
          <a:p>
            <a:endParaRPr lang="en-IN" sz="6000" dirty="0">
              <a:latin typeface="Franklin Gothic Demi" panose="020B07030201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4C37E8-4612-E626-5EDB-1B6B48BB6791}"/>
              </a:ext>
            </a:extLst>
          </p:cNvPr>
          <p:cNvSpPr txBox="1"/>
          <p:nvPr/>
        </p:nvSpPr>
        <p:spPr>
          <a:xfrm>
            <a:off x="7038295" y="2775354"/>
            <a:ext cx="42114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34697"/>
                </a:solidFill>
                <a:latin typeface="Futura Bold"/>
                <a:sym typeface="Futura Bold"/>
              </a:rPr>
              <a:t>Name of the project</a:t>
            </a:r>
            <a:endParaRPr lang="en-US" sz="3600" dirty="0"/>
          </a:p>
          <a:p>
            <a:endParaRPr lang="en-IN" sz="3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0DE0786-84E4-9AAB-EC36-CFBDAB58AF49}"/>
              </a:ext>
            </a:extLst>
          </p:cNvPr>
          <p:cNvSpPr txBox="1"/>
          <p:nvPr/>
        </p:nvSpPr>
        <p:spPr>
          <a:xfrm>
            <a:off x="12767893" y="5470023"/>
            <a:ext cx="30884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Team Members</a:t>
            </a:r>
          </a:p>
          <a:p>
            <a:endParaRPr lang="en-IN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8B94F2F7-2FF1-055E-528D-ED4CD94BE393}"/>
              </a:ext>
            </a:extLst>
          </p:cNvPr>
          <p:cNvGrpSpPr/>
          <p:nvPr/>
        </p:nvGrpSpPr>
        <p:grpSpPr>
          <a:xfrm>
            <a:off x="-1362542" y="4123218"/>
            <a:ext cx="7441042" cy="6590268"/>
            <a:chOff x="0" y="0"/>
            <a:chExt cx="9921390" cy="878702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1214A04-4C38-B963-1A51-EC7CEB95B7A1}"/>
                </a:ext>
              </a:extLst>
            </p:cNvPr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6D918068-A6B0-9201-FA77-526288F10ED6}"/>
                </a:ext>
              </a:extLst>
            </p:cNvPr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B23DC67C-34C2-BCE3-9CE9-C9A7158047EF}"/>
                  </a:ext>
                </a:extLst>
              </p:cNvPr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CAA081B3-A762-9CD2-4059-02C26F4F96B8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6" name="Group 8">
              <a:extLst>
                <a:ext uri="{FF2B5EF4-FFF2-40B4-BE49-F238E27FC236}">
                  <a16:creationId xmlns:a16="http://schemas.microsoft.com/office/drawing/2014/main" id="{910B0C76-1EE6-1E18-AAA5-F491380078DF}"/>
                </a:ext>
              </a:extLst>
            </p:cNvPr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11" name="Freeform 9">
                <a:extLst>
                  <a:ext uri="{FF2B5EF4-FFF2-40B4-BE49-F238E27FC236}">
                    <a16:creationId xmlns:a16="http://schemas.microsoft.com/office/drawing/2014/main" id="{E4DFC952-D777-B3FB-F9D0-1EB83B81ED1A}"/>
                  </a:ext>
                </a:extLst>
              </p:cNvPr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TextBox 10">
                <a:extLst>
                  <a:ext uri="{FF2B5EF4-FFF2-40B4-BE49-F238E27FC236}">
                    <a16:creationId xmlns:a16="http://schemas.microsoft.com/office/drawing/2014/main" id="{3111BA9C-9DAB-FA32-6CEA-2BB5D7B491E9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7" name="Group 11">
              <a:extLst>
                <a:ext uri="{FF2B5EF4-FFF2-40B4-BE49-F238E27FC236}">
                  <a16:creationId xmlns:a16="http://schemas.microsoft.com/office/drawing/2014/main" id="{92DF4C49-28E0-F869-F7F3-69115E29B5CD}"/>
                </a:ext>
              </a:extLst>
            </p:cNvPr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EA5CABCF-B981-FEC2-5317-5EE0AFF543C2}"/>
                  </a:ext>
                </a:extLst>
              </p:cNvPr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" name="TextBox 13">
                <a:extLst>
                  <a:ext uri="{FF2B5EF4-FFF2-40B4-BE49-F238E27FC236}">
                    <a16:creationId xmlns:a16="http://schemas.microsoft.com/office/drawing/2014/main" id="{6CA7CEC0-09A2-2CFC-A412-F346C32C4138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BF2CAC7C-6D81-43CA-B57F-45EC1AF204B7}"/>
                </a:ext>
              </a:extLst>
            </p:cNvPr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88090B34-E4E4-FC98-D7E6-23A2C2C1B419}"/>
              </a:ext>
            </a:extLst>
          </p:cNvPr>
          <p:cNvGrpSpPr/>
          <p:nvPr/>
        </p:nvGrpSpPr>
        <p:grpSpPr>
          <a:xfrm>
            <a:off x="12209500" y="-426486"/>
            <a:ext cx="7441042" cy="6590268"/>
            <a:chOff x="0" y="0"/>
            <a:chExt cx="9921390" cy="8787024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3991537A-B75B-C90A-EED5-E8AA7A22FF35}"/>
                </a:ext>
              </a:extLst>
            </p:cNvPr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17" name="Group 17">
              <a:extLst>
                <a:ext uri="{FF2B5EF4-FFF2-40B4-BE49-F238E27FC236}">
                  <a16:creationId xmlns:a16="http://schemas.microsoft.com/office/drawing/2014/main" id="{64144067-05F4-A77E-DE58-1D1FEAA7651D}"/>
                </a:ext>
              </a:extLst>
            </p:cNvPr>
            <p:cNvGrpSpPr/>
            <p:nvPr/>
          </p:nvGrpSpPr>
          <p:grpSpPr>
            <a:xfrm rot="5400000">
              <a:off x="6156988" y="6159444"/>
              <a:ext cx="3009241" cy="1257089"/>
              <a:chOff x="0" y="0"/>
              <a:chExt cx="406400" cy="169771"/>
            </a:xfrm>
          </p:grpSpPr>
          <p:sp>
            <p:nvSpPr>
              <p:cNvPr id="25" name="Freeform 18">
                <a:extLst>
                  <a:ext uri="{FF2B5EF4-FFF2-40B4-BE49-F238E27FC236}">
                    <a16:creationId xmlns:a16="http://schemas.microsoft.com/office/drawing/2014/main" id="{D6B5E024-8534-3EDC-57F8-153E9936CFB4}"/>
                  </a:ext>
                </a:extLst>
              </p:cNvPr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TextBox 19">
                <a:extLst>
                  <a:ext uri="{FF2B5EF4-FFF2-40B4-BE49-F238E27FC236}">
                    <a16:creationId xmlns:a16="http://schemas.microsoft.com/office/drawing/2014/main" id="{9C160AC8-FEFE-F170-4EA9-D834D18AADE9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8" name="Group 20">
              <a:extLst>
                <a:ext uri="{FF2B5EF4-FFF2-40B4-BE49-F238E27FC236}">
                  <a16:creationId xmlns:a16="http://schemas.microsoft.com/office/drawing/2014/main" id="{C94BE003-75C3-2043-97ED-6715A38EE3CA}"/>
                </a:ext>
              </a:extLst>
            </p:cNvPr>
            <p:cNvGrpSpPr/>
            <p:nvPr/>
          </p:nvGrpSpPr>
          <p:grpSpPr>
            <a:xfrm rot="5400000">
              <a:off x="5563099" y="3640576"/>
              <a:ext cx="4197018" cy="1257089"/>
              <a:chOff x="0" y="0"/>
              <a:chExt cx="566810" cy="169771"/>
            </a:xfrm>
          </p:grpSpPr>
          <p:sp>
            <p:nvSpPr>
              <p:cNvPr id="23" name="Freeform 21">
                <a:extLst>
                  <a:ext uri="{FF2B5EF4-FFF2-40B4-BE49-F238E27FC236}">
                    <a16:creationId xmlns:a16="http://schemas.microsoft.com/office/drawing/2014/main" id="{CCCD9906-40FB-6666-6356-69AD09C65BA9}"/>
                  </a:ext>
                </a:extLst>
              </p:cNvPr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TextBox 22">
                <a:extLst>
                  <a:ext uri="{FF2B5EF4-FFF2-40B4-BE49-F238E27FC236}">
                    <a16:creationId xmlns:a16="http://schemas.microsoft.com/office/drawing/2014/main" id="{FCE8C624-54FD-E361-5B42-1A5917B10420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9" name="Group 23">
              <a:extLst>
                <a:ext uri="{FF2B5EF4-FFF2-40B4-BE49-F238E27FC236}">
                  <a16:creationId xmlns:a16="http://schemas.microsoft.com/office/drawing/2014/main" id="{46262A3E-D323-D309-AFD3-CF8B3AF3F9B6}"/>
                </a:ext>
              </a:extLst>
            </p:cNvPr>
            <p:cNvGrpSpPr/>
            <p:nvPr/>
          </p:nvGrpSpPr>
          <p:grpSpPr>
            <a:xfrm rot="5400000">
              <a:off x="7055249" y="7369965"/>
              <a:ext cx="1999035" cy="835083"/>
              <a:chOff x="0" y="0"/>
              <a:chExt cx="406400" cy="169771"/>
            </a:xfrm>
          </p:grpSpPr>
          <p:sp>
            <p:nvSpPr>
              <p:cNvPr id="21" name="Freeform 24">
                <a:extLst>
                  <a:ext uri="{FF2B5EF4-FFF2-40B4-BE49-F238E27FC236}">
                    <a16:creationId xmlns:a16="http://schemas.microsoft.com/office/drawing/2014/main" id="{54D6125D-F195-9147-0838-EDE804D24BC7}"/>
                  </a:ext>
                </a:extLst>
              </p:cNvPr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TextBox 25">
                <a:extLst>
                  <a:ext uri="{FF2B5EF4-FFF2-40B4-BE49-F238E27FC236}">
                    <a16:creationId xmlns:a16="http://schemas.microsoft.com/office/drawing/2014/main" id="{105C6B26-8B25-5C34-7664-ACF9BECF593A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78AEAF25-59B1-7FD9-0F34-F88FA7E0B13A}"/>
                </a:ext>
              </a:extLst>
            </p:cNvPr>
            <p:cNvSpPr/>
            <p:nvPr/>
          </p:nvSpPr>
          <p:spPr>
            <a:xfrm rot="-10800000">
              <a:off x="7033064" y="4594623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72FF07F8-BD81-9229-2310-5FC4EB6A09FD}"/>
              </a:ext>
            </a:extLst>
          </p:cNvPr>
          <p:cNvSpPr/>
          <p:nvPr/>
        </p:nvSpPr>
        <p:spPr>
          <a:xfrm rot="-1947032">
            <a:off x="-34300695" y="5351059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9AFD646D-5EBB-C9E5-3145-BC62BF00A9E0}"/>
              </a:ext>
            </a:extLst>
          </p:cNvPr>
          <p:cNvSpPr/>
          <p:nvPr/>
        </p:nvSpPr>
        <p:spPr>
          <a:xfrm rot="-1947032" flipH="1" flipV="1">
            <a:off x="11504792" y="-2311637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41083903" y="7247578"/>
                </a:moveTo>
                <a:lnTo>
                  <a:pt x="0" y="7247578"/>
                </a:lnTo>
                <a:lnTo>
                  <a:pt x="0" y="0"/>
                </a:lnTo>
                <a:lnTo>
                  <a:pt x="41083903" y="0"/>
                </a:lnTo>
                <a:lnTo>
                  <a:pt x="41083903" y="724757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E9A706-E508-F487-5657-159C1468225C}"/>
              </a:ext>
            </a:extLst>
          </p:cNvPr>
          <p:cNvSpPr txBox="1"/>
          <p:nvPr/>
        </p:nvSpPr>
        <p:spPr>
          <a:xfrm>
            <a:off x="2541884" y="3773026"/>
            <a:ext cx="1320423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Lorem ipsum dolor sit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amet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,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consectetur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adipiscing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elit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, sed do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eiusmod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tempor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incididunt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labore et dolore magna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aliqua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. Ut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enim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ad minim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veniam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, quis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nostrud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exercitation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ullamco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laboris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nisi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aliquip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ex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ea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commodo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consequat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. Duis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aute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irure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dolor in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reprehenderit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in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voluptate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velit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esse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cillum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dolore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eu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fugiat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nulla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pariatur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.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Excepteur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sint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occaecat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cupidatat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non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proident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, sunt in culpa qui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officia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deserunt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mollit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anim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id est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laborum</a:t>
            </a: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endParaRPr lang="en-IN" sz="3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BD632D-7EC3-1840-832D-CB66AAAB0416}"/>
              </a:ext>
            </a:extLst>
          </p:cNvPr>
          <p:cNvSpPr txBox="1"/>
          <p:nvPr/>
        </p:nvSpPr>
        <p:spPr>
          <a:xfrm>
            <a:off x="5209269" y="1587674"/>
            <a:ext cx="786946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accent1">
                    <a:lumMod val="75000"/>
                  </a:schemeClr>
                </a:solidFill>
                <a:latin typeface="Futura Bold"/>
                <a:ea typeface="Futura Bold"/>
                <a:cs typeface="Futura Bold"/>
                <a:sym typeface="Futura Bold"/>
              </a:rPr>
              <a:t>Theme &amp; Problem Statement</a:t>
            </a:r>
          </a:p>
          <a:p>
            <a:endParaRPr lang="en-IN" sz="4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08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76F383C2-AD1A-A65D-8F8F-5A95E03271B4}"/>
              </a:ext>
            </a:extLst>
          </p:cNvPr>
          <p:cNvGrpSpPr/>
          <p:nvPr/>
        </p:nvGrpSpPr>
        <p:grpSpPr>
          <a:xfrm>
            <a:off x="-1362542" y="4123218"/>
            <a:ext cx="7441042" cy="6590268"/>
            <a:chOff x="0" y="0"/>
            <a:chExt cx="9921390" cy="878702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BCCB882-B3EA-7623-B408-35EE65BD39C3}"/>
                </a:ext>
              </a:extLst>
            </p:cNvPr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BF753E81-2B3C-8382-EAB0-E06D29A961E6}"/>
                </a:ext>
              </a:extLst>
            </p:cNvPr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36DA9546-C9C3-64E0-E781-805CFF575ADD}"/>
                  </a:ext>
                </a:extLst>
              </p:cNvPr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CAB73B8B-37C3-8155-B95C-604F173B6713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6" name="Group 8">
              <a:extLst>
                <a:ext uri="{FF2B5EF4-FFF2-40B4-BE49-F238E27FC236}">
                  <a16:creationId xmlns:a16="http://schemas.microsoft.com/office/drawing/2014/main" id="{C9D51327-4544-788B-D424-520E79CEE60A}"/>
                </a:ext>
              </a:extLst>
            </p:cNvPr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11" name="Freeform 9">
                <a:extLst>
                  <a:ext uri="{FF2B5EF4-FFF2-40B4-BE49-F238E27FC236}">
                    <a16:creationId xmlns:a16="http://schemas.microsoft.com/office/drawing/2014/main" id="{E6C515ED-D62E-3A02-27E4-02A485493FFC}"/>
                  </a:ext>
                </a:extLst>
              </p:cNvPr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TextBox 10">
                <a:extLst>
                  <a:ext uri="{FF2B5EF4-FFF2-40B4-BE49-F238E27FC236}">
                    <a16:creationId xmlns:a16="http://schemas.microsoft.com/office/drawing/2014/main" id="{E21C9EB2-C329-FD17-C782-87E1FDF3B79A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7" name="Group 11">
              <a:extLst>
                <a:ext uri="{FF2B5EF4-FFF2-40B4-BE49-F238E27FC236}">
                  <a16:creationId xmlns:a16="http://schemas.microsoft.com/office/drawing/2014/main" id="{A94C052E-3C98-9A34-0E90-BA3E3C9A4139}"/>
                </a:ext>
              </a:extLst>
            </p:cNvPr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1CF6894F-02F1-ADA3-D4FA-9817072D0C52}"/>
                  </a:ext>
                </a:extLst>
              </p:cNvPr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" name="TextBox 13">
                <a:extLst>
                  <a:ext uri="{FF2B5EF4-FFF2-40B4-BE49-F238E27FC236}">
                    <a16:creationId xmlns:a16="http://schemas.microsoft.com/office/drawing/2014/main" id="{343BB93E-6D05-ECCD-A139-059D549EC449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983702E4-B69E-25A0-F473-6285A7B655E9}"/>
                </a:ext>
              </a:extLst>
            </p:cNvPr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5FB31F87-06C9-A7BF-EABB-E37DDB6AA647}"/>
              </a:ext>
            </a:extLst>
          </p:cNvPr>
          <p:cNvGrpSpPr/>
          <p:nvPr/>
        </p:nvGrpSpPr>
        <p:grpSpPr>
          <a:xfrm>
            <a:off x="12209500" y="-426486"/>
            <a:ext cx="7441042" cy="6590268"/>
            <a:chOff x="0" y="0"/>
            <a:chExt cx="9921390" cy="8787024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EDF0067A-FFF9-4B33-280C-2CFB404F9915}"/>
                </a:ext>
              </a:extLst>
            </p:cNvPr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17" name="Group 17">
              <a:extLst>
                <a:ext uri="{FF2B5EF4-FFF2-40B4-BE49-F238E27FC236}">
                  <a16:creationId xmlns:a16="http://schemas.microsoft.com/office/drawing/2014/main" id="{D5873169-2AA8-0B0F-9A73-8E47CE5B030E}"/>
                </a:ext>
              </a:extLst>
            </p:cNvPr>
            <p:cNvGrpSpPr/>
            <p:nvPr/>
          </p:nvGrpSpPr>
          <p:grpSpPr>
            <a:xfrm rot="5400000">
              <a:off x="6156988" y="6159444"/>
              <a:ext cx="3009241" cy="1257089"/>
              <a:chOff x="0" y="0"/>
              <a:chExt cx="406400" cy="169771"/>
            </a:xfrm>
          </p:grpSpPr>
          <p:sp>
            <p:nvSpPr>
              <p:cNvPr id="25" name="Freeform 18">
                <a:extLst>
                  <a:ext uri="{FF2B5EF4-FFF2-40B4-BE49-F238E27FC236}">
                    <a16:creationId xmlns:a16="http://schemas.microsoft.com/office/drawing/2014/main" id="{0E2A973B-DEF6-50D5-7334-E3243DEEC18C}"/>
                  </a:ext>
                </a:extLst>
              </p:cNvPr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TextBox 19">
                <a:extLst>
                  <a:ext uri="{FF2B5EF4-FFF2-40B4-BE49-F238E27FC236}">
                    <a16:creationId xmlns:a16="http://schemas.microsoft.com/office/drawing/2014/main" id="{78A66133-7A8B-A5B9-5CEA-12760F361718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8" name="Group 20">
              <a:extLst>
                <a:ext uri="{FF2B5EF4-FFF2-40B4-BE49-F238E27FC236}">
                  <a16:creationId xmlns:a16="http://schemas.microsoft.com/office/drawing/2014/main" id="{89C7D020-104F-7B56-5A4B-E0F8215C5C70}"/>
                </a:ext>
              </a:extLst>
            </p:cNvPr>
            <p:cNvGrpSpPr/>
            <p:nvPr/>
          </p:nvGrpSpPr>
          <p:grpSpPr>
            <a:xfrm rot="5400000">
              <a:off x="5563099" y="3640576"/>
              <a:ext cx="4197018" cy="1257089"/>
              <a:chOff x="0" y="0"/>
              <a:chExt cx="566810" cy="169771"/>
            </a:xfrm>
          </p:grpSpPr>
          <p:sp>
            <p:nvSpPr>
              <p:cNvPr id="23" name="Freeform 21">
                <a:extLst>
                  <a:ext uri="{FF2B5EF4-FFF2-40B4-BE49-F238E27FC236}">
                    <a16:creationId xmlns:a16="http://schemas.microsoft.com/office/drawing/2014/main" id="{8FA62DDD-2FEE-CA0F-E56C-AFA5BABD580E}"/>
                  </a:ext>
                </a:extLst>
              </p:cNvPr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TextBox 22">
                <a:extLst>
                  <a:ext uri="{FF2B5EF4-FFF2-40B4-BE49-F238E27FC236}">
                    <a16:creationId xmlns:a16="http://schemas.microsoft.com/office/drawing/2014/main" id="{4C5E8642-78FB-CF27-FE09-5BF35DC6480B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9" name="Group 23">
              <a:extLst>
                <a:ext uri="{FF2B5EF4-FFF2-40B4-BE49-F238E27FC236}">
                  <a16:creationId xmlns:a16="http://schemas.microsoft.com/office/drawing/2014/main" id="{0A702AD9-9E5C-8894-2A04-72CE02F71191}"/>
                </a:ext>
              </a:extLst>
            </p:cNvPr>
            <p:cNvGrpSpPr/>
            <p:nvPr/>
          </p:nvGrpSpPr>
          <p:grpSpPr>
            <a:xfrm rot="5400000">
              <a:off x="7055249" y="7369965"/>
              <a:ext cx="1999035" cy="835083"/>
              <a:chOff x="0" y="0"/>
              <a:chExt cx="406400" cy="169771"/>
            </a:xfrm>
          </p:grpSpPr>
          <p:sp>
            <p:nvSpPr>
              <p:cNvPr id="21" name="Freeform 24">
                <a:extLst>
                  <a:ext uri="{FF2B5EF4-FFF2-40B4-BE49-F238E27FC236}">
                    <a16:creationId xmlns:a16="http://schemas.microsoft.com/office/drawing/2014/main" id="{23F8BE49-7ACF-3140-06E9-AEA084F0FC8C}"/>
                  </a:ext>
                </a:extLst>
              </p:cNvPr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TextBox 25">
                <a:extLst>
                  <a:ext uri="{FF2B5EF4-FFF2-40B4-BE49-F238E27FC236}">
                    <a16:creationId xmlns:a16="http://schemas.microsoft.com/office/drawing/2014/main" id="{532E72DC-4DE1-F15E-34ED-B1AADE6571EE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D8D55A26-113D-16E9-5F29-07C5D09C59FE}"/>
                </a:ext>
              </a:extLst>
            </p:cNvPr>
            <p:cNvSpPr/>
            <p:nvPr/>
          </p:nvSpPr>
          <p:spPr>
            <a:xfrm rot="-10800000">
              <a:off x="7033064" y="4594623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5BA49262-05D5-FFB2-A9A6-C4A630CE6DAA}"/>
              </a:ext>
            </a:extLst>
          </p:cNvPr>
          <p:cNvSpPr/>
          <p:nvPr/>
        </p:nvSpPr>
        <p:spPr>
          <a:xfrm rot="-1947032">
            <a:off x="-34300695" y="5351059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08F554F7-6E47-7815-C59B-AD53F317E29F}"/>
              </a:ext>
            </a:extLst>
          </p:cNvPr>
          <p:cNvSpPr/>
          <p:nvPr/>
        </p:nvSpPr>
        <p:spPr>
          <a:xfrm rot="-1947032" flipH="1" flipV="1">
            <a:off x="11504792" y="-2311637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41083903" y="7247578"/>
                </a:moveTo>
                <a:lnTo>
                  <a:pt x="0" y="7247578"/>
                </a:lnTo>
                <a:lnTo>
                  <a:pt x="0" y="0"/>
                </a:lnTo>
                <a:lnTo>
                  <a:pt x="41083903" y="0"/>
                </a:lnTo>
                <a:lnTo>
                  <a:pt x="41083903" y="724757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B9AE7E-C9AD-D4E3-68DC-48FF3C51BFA1}"/>
              </a:ext>
            </a:extLst>
          </p:cNvPr>
          <p:cNvSpPr txBox="1"/>
          <p:nvPr/>
        </p:nvSpPr>
        <p:spPr>
          <a:xfrm>
            <a:off x="6615535" y="1451915"/>
            <a:ext cx="50569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Your Idea / Solution</a:t>
            </a:r>
          </a:p>
          <a:p>
            <a:endParaRPr lang="en-IN" sz="4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7C5EC4-17BD-056C-9BC6-72ED506B2044}"/>
              </a:ext>
            </a:extLst>
          </p:cNvPr>
          <p:cNvSpPr txBox="1"/>
          <p:nvPr/>
        </p:nvSpPr>
        <p:spPr>
          <a:xfrm>
            <a:off x="1460297" y="3076594"/>
            <a:ext cx="15925800" cy="1796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Lorem ipsum dolor sit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amet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,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consectetur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adipiscing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elit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, sed do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eiusmod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tempor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incididunt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labore et dolore magna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aliqua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. Ut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enim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ad minim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veniam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, quis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nostrud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exercitation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ullamco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laboris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nisi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aliquip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ex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ea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commodo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consequat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7ADE39-1251-57D5-976A-25FB97D65884}"/>
              </a:ext>
            </a:extLst>
          </p:cNvPr>
          <p:cNvSpPr txBox="1"/>
          <p:nvPr/>
        </p:nvSpPr>
        <p:spPr>
          <a:xfrm>
            <a:off x="1463904" y="5715385"/>
            <a:ext cx="15925800" cy="1796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Lorem ipsum dolor sit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amet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,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consectetur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adipiscing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elit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, sed do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eiusmod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tempor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incididunt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labore et dolore magna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aliqua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. Ut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enim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ad minim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veniam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, quis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nostrud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exercitation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ullamco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laboris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nisi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aliquip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ex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ea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commodo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consequat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3054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62303170-B54A-872F-D584-92F60AC5E973}"/>
              </a:ext>
            </a:extLst>
          </p:cNvPr>
          <p:cNvGrpSpPr/>
          <p:nvPr/>
        </p:nvGrpSpPr>
        <p:grpSpPr>
          <a:xfrm>
            <a:off x="-1362542" y="4123218"/>
            <a:ext cx="7441042" cy="6590268"/>
            <a:chOff x="0" y="0"/>
            <a:chExt cx="9921390" cy="878702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73C9EFB-E09D-0961-254E-09D068432634}"/>
                </a:ext>
              </a:extLst>
            </p:cNvPr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21089E40-29AE-9CAB-0A65-DF9AABFA9586}"/>
                </a:ext>
              </a:extLst>
            </p:cNvPr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4F2E3D95-5FBD-0265-AF4E-FB6DB99756B1}"/>
                  </a:ext>
                </a:extLst>
              </p:cNvPr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0EF7671C-D16A-79E2-175B-EDFBEFCF4D1E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6" name="Group 8">
              <a:extLst>
                <a:ext uri="{FF2B5EF4-FFF2-40B4-BE49-F238E27FC236}">
                  <a16:creationId xmlns:a16="http://schemas.microsoft.com/office/drawing/2014/main" id="{480E297C-D43A-2F9B-7B43-DF1C5FA9F13E}"/>
                </a:ext>
              </a:extLst>
            </p:cNvPr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11" name="Freeform 9">
                <a:extLst>
                  <a:ext uri="{FF2B5EF4-FFF2-40B4-BE49-F238E27FC236}">
                    <a16:creationId xmlns:a16="http://schemas.microsoft.com/office/drawing/2014/main" id="{3FFF04A2-ECE1-2984-C8C1-90A127720070}"/>
                  </a:ext>
                </a:extLst>
              </p:cNvPr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TextBox 10">
                <a:extLst>
                  <a:ext uri="{FF2B5EF4-FFF2-40B4-BE49-F238E27FC236}">
                    <a16:creationId xmlns:a16="http://schemas.microsoft.com/office/drawing/2014/main" id="{DBDA4A75-C757-D0BC-EE88-51B61DD70A30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7" name="Group 11">
              <a:extLst>
                <a:ext uri="{FF2B5EF4-FFF2-40B4-BE49-F238E27FC236}">
                  <a16:creationId xmlns:a16="http://schemas.microsoft.com/office/drawing/2014/main" id="{02285B5E-20A0-806F-BCAC-CEA0A02A208F}"/>
                </a:ext>
              </a:extLst>
            </p:cNvPr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A7A5DE1D-9C54-2062-0F8D-D6B9AD10C7FC}"/>
                  </a:ext>
                </a:extLst>
              </p:cNvPr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" name="TextBox 13">
                <a:extLst>
                  <a:ext uri="{FF2B5EF4-FFF2-40B4-BE49-F238E27FC236}">
                    <a16:creationId xmlns:a16="http://schemas.microsoft.com/office/drawing/2014/main" id="{2C86D4DF-45A9-14FF-BD1E-EA4732883426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E90C61AE-C710-1B5A-89EC-0A2B29DEE20D}"/>
                </a:ext>
              </a:extLst>
            </p:cNvPr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C5491CFB-483F-4D5E-A366-A0C8BA387AF4}"/>
              </a:ext>
            </a:extLst>
          </p:cNvPr>
          <p:cNvGrpSpPr/>
          <p:nvPr/>
        </p:nvGrpSpPr>
        <p:grpSpPr>
          <a:xfrm>
            <a:off x="12209500" y="-426486"/>
            <a:ext cx="7441042" cy="6590268"/>
            <a:chOff x="0" y="0"/>
            <a:chExt cx="9921390" cy="8787024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591BFC4F-0A4E-4F41-13ED-C33F170B277C}"/>
                </a:ext>
              </a:extLst>
            </p:cNvPr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17" name="Group 17">
              <a:extLst>
                <a:ext uri="{FF2B5EF4-FFF2-40B4-BE49-F238E27FC236}">
                  <a16:creationId xmlns:a16="http://schemas.microsoft.com/office/drawing/2014/main" id="{7EB031B2-32F8-5DB7-1DEA-2ECB1EDAEFA3}"/>
                </a:ext>
              </a:extLst>
            </p:cNvPr>
            <p:cNvGrpSpPr/>
            <p:nvPr/>
          </p:nvGrpSpPr>
          <p:grpSpPr>
            <a:xfrm rot="5400000">
              <a:off x="6156988" y="6159444"/>
              <a:ext cx="3009241" cy="1257089"/>
              <a:chOff x="0" y="0"/>
              <a:chExt cx="406400" cy="169771"/>
            </a:xfrm>
          </p:grpSpPr>
          <p:sp>
            <p:nvSpPr>
              <p:cNvPr id="25" name="Freeform 18">
                <a:extLst>
                  <a:ext uri="{FF2B5EF4-FFF2-40B4-BE49-F238E27FC236}">
                    <a16:creationId xmlns:a16="http://schemas.microsoft.com/office/drawing/2014/main" id="{32216A56-1A2E-9FB4-F931-440139CAD516}"/>
                  </a:ext>
                </a:extLst>
              </p:cNvPr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TextBox 19">
                <a:extLst>
                  <a:ext uri="{FF2B5EF4-FFF2-40B4-BE49-F238E27FC236}">
                    <a16:creationId xmlns:a16="http://schemas.microsoft.com/office/drawing/2014/main" id="{6C2C866B-108A-4AFC-C7B5-A68148A48867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8" name="Group 20">
              <a:extLst>
                <a:ext uri="{FF2B5EF4-FFF2-40B4-BE49-F238E27FC236}">
                  <a16:creationId xmlns:a16="http://schemas.microsoft.com/office/drawing/2014/main" id="{49CEEE3E-D641-8C51-CF12-AF80180B7326}"/>
                </a:ext>
              </a:extLst>
            </p:cNvPr>
            <p:cNvGrpSpPr/>
            <p:nvPr/>
          </p:nvGrpSpPr>
          <p:grpSpPr>
            <a:xfrm rot="5400000">
              <a:off x="5563099" y="3640576"/>
              <a:ext cx="4197018" cy="1257089"/>
              <a:chOff x="0" y="0"/>
              <a:chExt cx="566810" cy="169771"/>
            </a:xfrm>
          </p:grpSpPr>
          <p:sp>
            <p:nvSpPr>
              <p:cNvPr id="23" name="Freeform 21">
                <a:extLst>
                  <a:ext uri="{FF2B5EF4-FFF2-40B4-BE49-F238E27FC236}">
                    <a16:creationId xmlns:a16="http://schemas.microsoft.com/office/drawing/2014/main" id="{41470187-CC42-98E5-95A7-48E4AB0A2182}"/>
                  </a:ext>
                </a:extLst>
              </p:cNvPr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TextBox 22">
                <a:extLst>
                  <a:ext uri="{FF2B5EF4-FFF2-40B4-BE49-F238E27FC236}">
                    <a16:creationId xmlns:a16="http://schemas.microsoft.com/office/drawing/2014/main" id="{96D35223-B5A3-7E6D-1719-9DDD3A3C0ABE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9" name="Group 23">
              <a:extLst>
                <a:ext uri="{FF2B5EF4-FFF2-40B4-BE49-F238E27FC236}">
                  <a16:creationId xmlns:a16="http://schemas.microsoft.com/office/drawing/2014/main" id="{8061924F-2B19-A72D-428B-4665A1BE3200}"/>
                </a:ext>
              </a:extLst>
            </p:cNvPr>
            <p:cNvGrpSpPr/>
            <p:nvPr/>
          </p:nvGrpSpPr>
          <p:grpSpPr>
            <a:xfrm rot="5400000">
              <a:off x="7055249" y="7369965"/>
              <a:ext cx="1999035" cy="835083"/>
              <a:chOff x="0" y="0"/>
              <a:chExt cx="406400" cy="169771"/>
            </a:xfrm>
          </p:grpSpPr>
          <p:sp>
            <p:nvSpPr>
              <p:cNvPr id="21" name="Freeform 24">
                <a:extLst>
                  <a:ext uri="{FF2B5EF4-FFF2-40B4-BE49-F238E27FC236}">
                    <a16:creationId xmlns:a16="http://schemas.microsoft.com/office/drawing/2014/main" id="{3F50717C-3E7E-7EBD-A28F-19C769210884}"/>
                  </a:ext>
                </a:extLst>
              </p:cNvPr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TextBox 25">
                <a:extLst>
                  <a:ext uri="{FF2B5EF4-FFF2-40B4-BE49-F238E27FC236}">
                    <a16:creationId xmlns:a16="http://schemas.microsoft.com/office/drawing/2014/main" id="{2F5622BB-D946-366F-8FED-EAC078C14BAF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5DD5B1E9-25FC-F801-30AB-5285366B1FCE}"/>
                </a:ext>
              </a:extLst>
            </p:cNvPr>
            <p:cNvSpPr/>
            <p:nvPr/>
          </p:nvSpPr>
          <p:spPr>
            <a:xfrm rot="-10800000">
              <a:off x="7033064" y="4594623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0D8A0167-0985-4027-0D1B-4743061DFC25}"/>
              </a:ext>
            </a:extLst>
          </p:cNvPr>
          <p:cNvSpPr/>
          <p:nvPr/>
        </p:nvSpPr>
        <p:spPr>
          <a:xfrm rot="-1947032">
            <a:off x="-34300695" y="5351059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BF3D8FD8-CAF0-E92B-1EE4-757FA655C606}"/>
              </a:ext>
            </a:extLst>
          </p:cNvPr>
          <p:cNvSpPr/>
          <p:nvPr/>
        </p:nvSpPr>
        <p:spPr>
          <a:xfrm rot="-1947032" flipH="1" flipV="1">
            <a:off x="11504792" y="-2311637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41083903" y="7247578"/>
                </a:moveTo>
                <a:lnTo>
                  <a:pt x="0" y="7247578"/>
                </a:lnTo>
                <a:lnTo>
                  <a:pt x="0" y="0"/>
                </a:lnTo>
                <a:lnTo>
                  <a:pt x="41083903" y="0"/>
                </a:lnTo>
                <a:lnTo>
                  <a:pt x="41083903" y="724757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053E8D-0B6D-4CBB-8588-4EB157B61796}"/>
              </a:ext>
            </a:extLst>
          </p:cNvPr>
          <p:cNvSpPr txBox="1"/>
          <p:nvPr/>
        </p:nvSpPr>
        <p:spPr>
          <a:xfrm>
            <a:off x="6615535" y="1451915"/>
            <a:ext cx="50569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Your Idea / Solution</a:t>
            </a:r>
          </a:p>
          <a:p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682450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D7F51E9A-76D7-BCCA-6EF9-5307231CF2C5}"/>
              </a:ext>
            </a:extLst>
          </p:cNvPr>
          <p:cNvGrpSpPr/>
          <p:nvPr/>
        </p:nvGrpSpPr>
        <p:grpSpPr>
          <a:xfrm>
            <a:off x="-1362542" y="4123218"/>
            <a:ext cx="7441042" cy="6590268"/>
            <a:chOff x="0" y="0"/>
            <a:chExt cx="9921390" cy="878702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317093C-9FD9-19A3-FA68-96E04B4564E9}"/>
                </a:ext>
              </a:extLst>
            </p:cNvPr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7B30F3B9-1DCB-4288-1A48-FE15BAE29F66}"/>
                </a:ext>
              </a:extLst>
            </p:cNvPr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61974BFF-F6A4-AB82-89B7-1A38E9D55D31}"/>
                  </a:ext>
                </a:extLst>
              </p:cNvPr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C418AE9E-D5BA-D47C-06A7-CA7EAB2C1DAF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6" name="Group 8">
              <a:extLst>
                <a:ext uri="{FF2B5EF4-FFF2-40B4-BE49-F238E27FC236}">
                  <a16:creationId xmlns:a16="http://schemas.microsoft.com/office/drawing/2014/main" id="{8C8D7A37-2D5C-6AC1-7E8D-6D1D2ECCE458}"/>
                </a:ext>
              </a:extLst>
            </p:cNvPr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11" name="Freeform 9">
                <a:extLst>
                  <a:ext uri="{FF2B5EF4-FFF2-40B4-BE49-F238E27FC236}">
                    <a16:creationId xmlns:a16="http://schemas.microsoft.com/office/drawing/2014/main" id="{3510958B-827D-A76E-A5A1-6D84EBF4822D}"/>
                  </a:ext>
                </a:extLst>
              </p:cNvPr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TextBox 10">
                <a:extLst>
                  <a:ext uri="{FF2B5EF4-FFF2-40B4-BE49-F238E27FC236}">
                    <a16:creationId xmlns:a16="http://schemas.microsoft.com/office/drawing/2014/main" id="{FA5B5FEB-6E41-A08B-E578-52B19E5CFE21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7" name="Group 11">
              <a:extLst>
                <a:ext uri="{FF2B5EF4-FFF2-40B4-BE49-F238E27FC236}">
                  <a16:creationId xmlns:a16="http://schemas.microsoft.com/office/drawing/2014/main" id="{4991BF6E-C4D0-A6B1-DC3A-36A19B3CF822}"/>
                </a:ext>
              </a:extLst>
            </p:cNvPr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5F109787-C9B7-F5BB-5D7B-226AA894E35B}"/>
                  </a:ext>
                </a:extLst>
              </p:cNvPr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" name="TextBox 13">
                <a:extLst>
                  <a:ext uri="{FF2B5EF4-FFF2-40B4-BE49-F238E27FC236}">
                    <a16:creationId xmlns:a16="http://schemas.microsoft.com/office/drawing/2014/main" id="{68D17B50-F58B-2E3B-0CD8-5464509E52F3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FD889D83-AC76-2376-35C6-321EBCC58288}"/>
                </a:ext>
              </a:extLst>
            </p:cNvPr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227BB552-396B-4A5C-F21F-DF6494469267}"/>
              </a:ext>
            </a:extLst>
          </p:cNvPr>
          <p:cNvGrpSpPr/>
          <p:nvPr/>
        </p:nvGrpSpPr>
        <p:grpSpPr>
          <a:xfrm>
            <a:off x="12209500" y="-426486"/>
            <a:ext cx="7441042" cy="6590268"/>
            <a:chOff x="0" y="0"/>
            <a:chExt cx="9921390" cy="8787024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FBBDA5C8-88E5-0EE4-B9A1-9DB1E60011D2}"/>
                </a:ext>
              </a:extLst>
            </p:cNvPr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17" name="Group 17">
              <a:extLst>
                <a:ext uri="{FF2B5EF4-FFF2-40B4-BE49-F238E27FC236}">
                  <a16:creationId xmlns:a16="http://schemas.microsoft.com/office/drawing/2014/main" id="{6C86E31B-7356-69F2-E857-02C3CD8F021C}"/>
                </a:ext>
              </a:extLst>
            </p:cNvPr>
            <p:cNvGrpSpPr/>
            <p:nvPr/>
          </p:nvGrpSpPr>
          <p:grpSpPr>
            <a:xfrm rot="5400000">
              <a:off x="6156988" y="6159444"/>
              <a:ext cx="3009241" cy="1257089"/>
              <a:chOff x="0" y="0"/>
              <a:chExt cx="406400" cy="169771"/>
            </a:xfrm>
          </p:grpSpPr>
          <p:sp>
            <p:nvSpPr>
              <p:cNvPr id="25" name="Freeform 18">
                <a:extLst>
                  <a:ext uri="{FF2B5EF4-FFF2-40B4-BE49-F238E27FC236}">
                    <a16:creationId xmlns:a16="http://schemas.microsoft.com/office/drawing/2014/main" id="{D54B81AC-9695-36B9-29C2-04F40CB70791}"/>
                  </a:ext>
                </a:extLst>
              </p:cNvPr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TextBox 19">
                <a:extLst>
                  <a:ext uri="{FF2B5EF4-FFF2-40B4-BE49-F238E27FC236}">
                    <a16:creationId xmlns:a16="http://schemas.microsoft.com/office/drawing/2014/main" id="{0309B4EA-6CD7-9A64-FC9F-7B745266AA59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8" name="Group 20">
              <a:extLst>
                <a:ext uri="{FF2B5EF4-FFF2-40B4-BE49-F238E27FC236}">
                  <a16:creationId xmlns:a16="http://schemas.microsoft.com/office/drawing/2014/main" id="{B17C11DF-385E-BB29-DD61-603C8CE24894}"/>
                </a:ext>
              </a:extLst>
            </p:cNvPr>
            <p:cNvGrpSpPr/>
            <p:nvPr/>
          </p:nvGrpSpPr>
          <p:grpSpPr>
            <a:xfrm rot="5400000">
              <a:off x="5563099" y="3640576"/>
              <a:ext cx="4197018" cy="1257089"/>
              <a:chOff x="0" y="0"/>
              <a:chExt cx="566810" cy="169771"/>
            </a:xfrm>
          </p:grpSpPr>
          <p:sp>
            <p:nvSpPr>
              <p:cNvPr id="23" name="Freeform 21">
                <a:extLst>
                  <a:ext uri="{FF2B5EF4-FFF2-40B4-BE49-F238E27FC236}">
                    <a16:creationId xmlns:a16="http://schemas.microsoft.com/office/drawing/2014/main" id="{C3FABE3E-3C4C-21AC-B18A-342A04A2F264}"/>
                  </a:ext>
                </a:extLst>
              </p:cNvPr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TextBox 22">
                <a:extLst>
                  <a:ext uri="{FF2B5EF4-FFF2-40B4-BE49-F238E27FC236}">
                    <a16:creationId xmlns:a16="http://schemas.microsoft.com/office/drawing/2014/main" id="{3BD7F36D-EAEA-C013-DB5B-830EA40D2FD9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9" name="Group 23">
              <a:extLst>
                <a:ext uri="{FF2B5EF4-FFF2-40B4-BE49-F238E27FC236}">
                  <a16:creationId xmlns:a16="http://schemas.microsoft.com/office/drawing/2014/main" id="{299F0CED-0259-F405-0038-B2890E44227B}"/>
                </a:ext>
              </a:extLst>
            </p:cNvPr>
            <p:cNvGrpSpPr/>
            <p:nvPr/>
          </p:nvGrpSpPr>
          <p:grpSpPr>
            <a:xfrm rot="5400000">
              <a:off x="7055249" y="7369965"/>
              <a:ext cx="1999035" cy="835083"/>
              <a:chOff x="0" y="0"/>
              <a:chExt cx="406400" cy="169771"/>
            </a:xfrm>
          </p:grpSpPr>
          <p:sp>
            <p:nvSpPr>
              <p:cNvPr id="21" name="Freeform 24">
                <a:extLst>
                  <a:ext uri="{FF2B5EF4-FFF2-40B4-BE49-F238E27FC236}">
                    <a16:creationId xmlns:a16="http://schemas.microsoft.com/office/drawing/2014/main" id="{3C36B248-7376-3050-722B-C408C7A3305C}"/>
                  </a:ext>
                </a:extLst>
              </p:cNvPr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TextBox 25">
                <a:extLst>
                  <a:ext uri="{FF2B5EF4-FFF2-40B4-BE49-F238E27FC236}">
                    <a16:creationId xmlns:a16="http://schemas.microsoft.com/office/drawing/2014/main" id="{3CA55D20-530A-C0C5-57F9-759D393D6393}"/>
                  </a:ext>
                </a:extLst>
              </p:cNvPr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349BBEB9-888F-D21A-6309-C44868E52550}"/>
                </a:ext>
              </a:extLst>
            </p:cNvPr>
            <p:cNvSpPr/>
            <p:nvPr/>
          </p:nvSpPr>
          <p:spPr>
            <a:xfrm rot="-10800000">
              <a:off x="7033064" y="4594623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47CFE2D6-4D55-9093-C7DF-D63142EB63C0}"/>
              </a:ext>
            </a:extLst>
          </p:cNvPr>
          <p:cNvSpPr/>
          <p:nvPr/>
        </p:nvSpPr>
        <p:spPr>
          <a:xfrm rot="-1947032">
            <a:off x="-34300695" y="5351059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BE84B61B-441F-B582-105D-9E0C76F385EA}"/>
              </a:ext>
            </a:extLst>
          </p:cNvPr>
          <p:cNvSpPr/>
          <p:nvPr/>
        </p:nvSpPr>
        <p:spPr>
          <a:xfrm rot="-1947032" flipH="1" flipV="1">
            <a:off x="11504792" y="-2311637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41083903" y="7247578"/>
                </a:moveTo>
                <a:lnTo>
                  <a:pt x="0" y="7247578"/>
                </a:lnTo>
                <a:lnTo>
                  <a:pt x="0" y="0"/>
                </a:lnTo>
                <a:lnTo>
                  <a:pt x="41083903" y="0"/>
                </a:lnTo>
                <a:lnTo>
                  <a:pt x="41083903" y="724757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FB2488E-77BC-BB6C-CA5E-2E168BA7C101}"/>
              </a:ext>
            </a:extLst>
          </p:cNvPr>
          <p:cNvSpPr txBox="1"/>
          <p:nvPr/>
        </p:nvSpPr>
        <p:spPr>
          <a:xfrm>
            <a:off x="3266301" y="4080312"/>
            <a:ext cx="11633233" cy="2947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06"/>
              </a:lnSpc>
            </a:pPr>
            <a:r>
              <a:rPr lang="en-US" sz="12479" b="1" dirty="0">
                <a:solidFill>
                  <a:srgbClr val="034697"/>
                </a:solidFill>
                <a:latin typeface="Anek Kannada ExtraBold" pitchFamily="2" charset="0"/>
                <a:ea typeface="Futura Bold"/>
                <a:cs typeface="Anek Kannada ExtraBold" pitchFamily="2" charset="0"/>
                <a:sym typeface="Futura Bold"/>
              </a:rPr>
              <a:t>THANK</a:t>
            </a:r>
          </a:p>
          <a:p>
            <a:pPr algn="ctr">
              <a:lnSpc>
                <a:spcPts val="11106"/>
              </a:lnSpc>
            </a:pPr>
            <a:r>
              <a:rPr lang="en-US" sz="12479" b="1" dirty="0">
                <a:solidFill>
                  <a:srgbClr val="034697"/>
                </a:solidFill>
                <a:latin typeface="Anek Kannada ExtraBold" pitchFamily="2" charset="0"/>
                <a:ea typeface="Futura Bold"/>
                <a:cs typeface="Anek Kannada ExtraBold" pitchFamily="2" charset="0"/>
                <a:sym typeface="Futura Bold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39872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180</Words>
  <Application>Microsoft Office PowerPoint</Application>
  <PresentationFormat>Custom</PresentationFormat>
  <Paragraphs>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Futura Bold</vt:lpstr>
      <vt:lpstr>Calibri</vt:lpstr>
      <vt:lpstr>Arial</vt:lpstr>
      <vt:lpstr>Franklin Gothic Demi</vt:lpstr>
      <vt:lpstr>Varela Round</vt:lpstr>
      <vt:lpstr>Anek Kannada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ey</dc:title>
  <cp:lastModifiedBy>Prarthana U</cp:lastModifiedBy>
  <cp:revision>9</cp:revision>
  <dcterms:created xsi:type="dcterms:W3CDTF">2006-08-16T00:00:00Z</dcterms:created>
  <dcterms:modified xsi:type="dcterms:W3CDTF">2026-08-20T14:09:28Z</dcterms:modified>
  <dc:identifier>DAHSQ76FDc4</dc:identifier>
</cp:coreProperties>
</file>